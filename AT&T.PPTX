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607E7-392A-40B8-8961-F84552A11992}" type="datetimeFigureOut">
              <a:rPr lang="en-US" smtClean="0"/>
              <a:t>10/20/2016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A927AD-9EA6-4B06-8CEB-9842316634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11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A927AD-9EA6-4B06-8CEB-9842316634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24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A927AD-9EA6-4B06-8CEB-9842316634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168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42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5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52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2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3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4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87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91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36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91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560C-E380-1943-B5D7-49A23CA338C0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3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4560C-E380-1943-B5D7-49A23CA338C0}" type="datetimeFigureOut">
              <a:rPr lang="en-US" smtClean="0"/>
              <a:pPr/>
              <a:t>10/20/2016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DACDF-E1A9-A04C-A5FF-FC2443684BF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SOM_Powerpoint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62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/>
            </a:r>
            <a:br>
              <a:rPr lang="en-IN" b="1" dirty="0">
                <a:solidFill>
                  <a:schemeClr val="accent1"/>
                </a:solidFill>
              </a:rPr>
            </a:br>
            <a:r>
              <a:rPr lang="en-IN" b="1" dirty="0">
                <a:solidFill>
                  <a:schemeClr val="accent1"/>
                </a:solidFill>
              </a:rPr>
              <a:t> Big Data at AT&amp;T </a:t>
            </a:r>
            <a:br>
              <a:rPr lang="en-IN" b="1" dirty="0">
                <a:solidFill>
                  <a:schemeClr val="accent1"/>
                </a:solidFill>
              </a:rPr>
            </a:br>
            <a:r>
              <a:rPr lang="en-IN" b="1" dirty="0">
                <a:solidFill>
                  <a:schemeClr val="accent1"/>
                </a:solidFill>
              </a:rPr>
              <a:t>Regional Fall Case Competition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74831"/>
            <a:ext cx="6400800" cy="2590799"/>
          </a:xfrm>
        </p:spPr>
        <p:txBody>
          <a:bodyPr>
            <a:normAutofit/>
          </a:bodyPr>
          <a:lstStyle/>
          <a:p>
            <a:r>
              <a:rPr lang="en-US" dirty="0"/>
              <a:t>	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659453"/>
              </p:ext>
            </p:extLst>
          </p:nvPr>
        </p:nvGraphicFramePr>
        <p:xfrm>
          <a:off x="5410200" y="4955051"/>
          <a:ext cx="30480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Shouvik</a:t>
                      </a:r>
                      <a:r>
                        <a:rPr lang="en-US" sz="2000" baseline="0" dirty="0"/>
                        <a:t> Pal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Sanket Panaskar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Anees Mohammed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44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3976" y="1323834"/>
            <a:ext cx="8616461" cy="350221"/>
          </a:xfrm>
        </p:spPr>
        <p:txBody>
          <a:bodyPr>
            <a:noAutofit/>
          </a:bodyPr>
          <a:lstStyle/>
          <a:p>
            <a:pPr algn="l"/>
            <a:r>
              <a:rPr lang="en-US" sz="2400" b="1" u="sng" dirty="0">
                <a:solidFill>
                  <a:schemeClr val="tx2">
                    <a:lumMod val="75000"/>
                  </a:schemeClr>
                </a:solidFill>
              </a:rPr>
              <a:t>Flow Chart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endParaRPr lang="en-IN" sz="2200" dirty="0">
              <a:solidFill>
                <a:schemeClr val="tx2">
                  <a:lumMod val="75000"/>
                </a:schemeClr>
              </a:solidFill>
            </a:endParaRPr>
          </a:p>
          <a:p>
            <a:pPr algn="l"/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  <a:p>
            <a:pPr algn="l"/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527539" y="3669323"/>
            <a:ext cx="8616461" cy="3024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4" y="1767789"/>
            <a:ext cx="6794373" cy="509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55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AT&amp;T Proprietary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is AT&amp;T proprietary information.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927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19</Words>
  <Application>Microsoft Office PowerPoint</Application>
  <PresentationFormat>On-screen Show (4:3)</PresentationFormat>
  <Paragraphs>14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Office Theme</vt:lpstr>
      <vt:lpstr>  Big Data at AT&amp;T  Regional Fall Case Competition </vt:lpstr>
      <vt:lpstr>PowerPoint Presentation</vt:lpstr>
      <vt:lpstr>AT&amp;T Proprietary Information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lxe072000</dc:creator>
  <cp:lastModifiedBy>Owner</cp:lastModifiedBy>
  <cp:revision>43</cp:revision>
  <dcterms:created xsi:type="dcterms:W3CDTF">2011-08-25T15:49:05Z</dcterms:created>
  <dcterms:modified xsi:type="dcterms:W3CDTF">2016-10-21T04:16:49Z</dcterms:modified>
</cp:coreProperties>
</file>